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5A2B"/>
    <a:srgbClr val="D369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3"/>
  </p:normalViewPr>
  <p:slideViewPr>
    <p:cSldViewPr snapToGrid="0">
      <p:cViewPr varScale="1">
        <p:scale>
          <a:sx n="113" d="100"/>
          <a:sy n="113" d="100"/>
        </p:scale>
        <p:origin x="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EE153-7354-53C4-92E6-A2D3141B1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B6C9BE-E852-7979-392A-8F66D0800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386B12F-8EB2-C5CA-8CE0-F286DC72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1A4E7-251D-2B45-88CB-678385AF458E}" type="datetimeFigureOut">
              <a:rPr lang="pt-PT" smtClean="0"/>
              <a:t>16/11/25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6B98C51-B7B8-EA35-3EBB-3E634CE70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D7BF0A-EF00-0FB5-8F82-28D83876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65C29-9C76-1F41-91CA-709E3AD84D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2628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6C909-4138-EBD8-EB5B-F7A9B5CF1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A0A09F1-808A-FFA3-D90E-ED54E80AA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66AB59F-121D-6EC1-CC78-7B4B7F2D8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1A4E7-251D-2B45-88CB-678385AF458E}" type="datetimeFigureOut">
              <a:rPr lang="pt-PT" smtClean="0"/>
              <a:t>16/11/25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D4EB3F9-4D5E-22FE-F93B-84D5F000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999CA3D-4F4A-108E-8DB4-FF6389C2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65C29-9C76-1F41-91CA-709E3AD84D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7030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27A806-6081-AC3D-CEB6-C932954A9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DDB8EB2-8313-C7FE-320A-C49A37FC8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6EC0032-AC39-6C8D-BE25-703B96A8B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1A4E7-251D-2B45-88CB-678385AF458E}" type="datetimeFigureOut">
              <a:rPr lang="pt-PT" smtClean="0"/>
              <a:t>16/11/25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3AB557D-53FA-5973-5287-E1B19B306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695AF29-D815-19D9-FCCA-C54C12C62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65C29-9C76-1F41-91CA-709E3AD84D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75664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11E8BC-2484-7174-BC94-E2DB69C2E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DFCD957-0700-2BD7-D1F0-4082C67EB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746AD5A-A044-65C7-AB6D-A0DD4D24F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1A76313-3D6C-D3D9-3249-2EC61553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1A4E7-251D-2B45-88CB-678385AF458E}" type="datetimeFigureOut">
              <a:rPr lang="pt-PT" smtClean="0"/>
              <a:t>16/11/25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A14BA15-F3A6-D16A-77A9-FB9714839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2FFE513-F1AE-4E9E-EBED-1B37FAFA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65C29-9C76-1F41-91CA-709E3AD84D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19326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BB93C-7229-0F52-8F0B-3C9129B02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60CF3B2-7DFE-CEAB-1D24-E9955B3B9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4DB8B4A-A934-C102-D771-5431977E6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456275AB-59A5-C411-6770-8389D189A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3D2C7DB6-E7EF-2AC6-ED3C-3FBC55974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CD1FBB1F-1999-2B39-07DB-563722102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1A4E7-251D-2B45-88CB-678385AF458E}" type="datetimeFigureOut">
              <a:rPr lang="pt-PT" smtClean="0"/>
              <a:t>16/11/25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96E13F49-D4E6-66EF-624B-58D386E86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A827BA88-EC3C-2D33-618C-B912E1E84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65C29-9C76-1F41-91CA-709E3AD84D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1996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4E6BE-801F-0170-912D-62D5ED926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7246D4C5-4473-F9DE-0EAC-8E97F8394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1A4E7-251D-2B45-88CB-678385AF458E}" type="datetimeFigureOut">
              <a:rPr lang="pt-PT" smtClean="0"/>
              <a:t>16/11/25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3B6BFE83-B9BA-B855-6331-F6A35F708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8BDFB5C-0F0A-B2C0-1C4C-3C0193EA0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65C29-9C76-1F41-91CA-709E3AD84D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3963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814AEF04-5F36-E7BA-59BA-635103FF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1A4E7-251D-2B45-88CB-678385AF458E}" type="datetimeFigureOut">
              <a:rPr lang="pt-PT" smtClean="0"/>
              <a:t>16/11/25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342861A5-4C1D-6C57-9FD1-A111FA05D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D51C334-61A3-8667-36EA-334B1B0F8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65C29-9C76-1F41-91CA-709E3AD84D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8127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983449-21BD-16C4-2BC2-26ADC9C58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05EB801-AFA5-AB45-40E8-A00259F62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59171A4-9D3F-0C7B-CD6E-FB641E93F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843BFC3-854B-17A4-F6B2-0BFC9D5F1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1A4E7-251D-2B45-88CB-678385AF458E}" type="datetimeFigureOut">
              <a:rPr lang="pt-PT" smtClean="0"/>
              <a:t>16/11/25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3187A87-92D4-4B82-5E54-8EA75A38F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F5F769F-6D4E-0A01-6594-3FD95919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65C29-9C76-1F41-91CA-709E3AD84D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84093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B30A3D-14D8-68FF-31EC-E4DDF271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15BF2222-26B1-63CF-49CC-C8A40A3216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F78F0735-5CE4-8717-19BB-6A954007E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6AB40A8-2A1B-7570-BBC0-4FF9810F9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1A4E7-251D-2B45-88CB-678385AF458E}" type="datetimeFigureOut">
              <a:rPr lang="pt-PT" smtClean="0"/>
              <a:t>16/11/25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1EDF88E-8633-A7E0-6FA8-9249754DA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83F61B1-F04C-65EF-2175-E26D54EEF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65C29-9C76-1F41-91CA-709E3AD84D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6485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678E9-47FE-6CD2-D8C5-571C5D1C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B0FD903-EFC7-28E5-89F3-344F87D66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9607469-1D4E-217A-63FC-F86B4BD02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1A4E7-251D-2B45-88CB-678385AF458E}" type="datetimeFigureOut">
              <a:rPr lang="pt-PT" smtClean="0"/>
              <a:t>16/11/25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E349CC5-6051-9C91-C21E-6C28B3A2A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580FD29-B416-D3F3-A5B5-C6F6F1553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65C29-9C76-1F41-91CA-709E3AD84D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3548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3B94B71-A9E0-C0AB-06BD-2C7A406159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E8BAAE5-F75F-AB63-948F-F14E8A1C0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D84D55E-D544-231D-B6EC-FE4C984EE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1A4E7-251D-2B45-88CB-678385AF458E}" type="datetimeFigureOut">
              <a:rPr lang="pt-PT" smtClean="0"/>
              <a:t>16/11/25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3C9BB35-C112-54B8-2F1D-F9DE2669E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F6886B8-C48F-A7A4-80A0-4DA8333F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65C29-9C76-1F41-91CA-709E3AD84D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39257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55C084B4-F70C-2299-B14D-E367225E5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CA01BB2-6DE1-4EC7-B5D5-FFBF95BD9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87B80F1-1632-D181-034E-7B770A9648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E1A4E7-251D-2B45-88CB-678385AF458E}" type="datetimeFigureOut">
              <a:rPr lang="pt-PT" smtClean="0"/>
              <a:t>16/11/25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3F03585-CDA5-5380-AE23-155B4C2FD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393A5A3-190B-FCF7-3BEA-44072858E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165C29-9C76-1F41-91CA-709E3AD84D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47352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33389927-2DF3-DDF3-D254-F6DA24B0A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010" t="25923" r="25429" b="24996"/>
          <a:stretch>
            <a:fillRect/>
          </a:stretch>
        </p:blipFill>
        <p:spPr>
          <a:xfrm>
            <a:off x="135467" y="313267"/>
            <a:ext cx="6976533" cy="55812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67F7A74-8DFC-9DEA-C7ED-7AE79A38D8DE}"/>
              </a:ext>
            </a:extLst>
          </p:cNvPr>
          <p:cNvSpPr txBox="1"/>
          <p:nvPr/>
        </p:nvSpPr>
        <p:spPr>
          <a:xfrm>
            <a:off x="1794933" y="4400460"/>
            <a:ext cx="102616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3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BeMax</a:t>
            </a:r>
            <a:r>
              <a:rPr lang="pt-PT" sz="13800" b="1" dirty="0">
                <a:solidFill>
                  <a:srgbClr val="D3691E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4D</a:t>
            </a:r>
          </a:p>
        </p:txBody>
      </p:sp>
    </p:spTree>
    <p:extLst>
      <p:ext uri="{BB962C8B-B14F-4D97-AF65-F5344CB8AC3E}">
        <p14:creationId xmlns:p14="http://schemas.microsoft.com/office/powerpoint/2010/main" val="40942401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</Words>
  <Application>Microsoft Macintosh PowerPoint</Application>
  <PresentationFormat>Ecrã Panorâmico</PresentationFormat>
  <Paragraphs>1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Rafael Duarte Almeida</dc:creator>
  <cp:lastModifiedBy>João Rafael Duarte Almeida</cp:lastModifiedBy>
  <cp:revision>1</cp:revision>
  <dcterms:created xsi:type="dcterms:W3CDTF">2025-11-16T01:58:59Z</dcterms:created>
  <dcterms:modified xsi:type="dcterms:W3CDTF">2025-11-16T02:23:59Z</dcterms:modified>
</cp:coreProperties>
</file>